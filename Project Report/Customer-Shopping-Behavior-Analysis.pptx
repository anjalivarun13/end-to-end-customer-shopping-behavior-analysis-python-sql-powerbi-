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SemiBold"/>
      <p:regular r:id="rId201314"/>
    </p:embeddedFont>
    <p:embeddedFont>
      <p:font typeface="DM Sans"/>
      <p:regular r:id="rId201315"/>
    </p:embeddedFont>
    <p:embeddedFont>
      <p:font typeface="DM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99406"/>
            <a:ext cx="69278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5499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guide strategic business decisions.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072854"/>
            <a:ext cx="1563439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5" name="Text 3"/>
          <p:cNvSpPr/>
          <p:nvPr/>
        </p:nvSpPr>
        <p:spPr>
          <a:xfrm>
            <a:off x="581174" y="3115345"/>
            <a:ext cx="18505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ANALYTICS PROJECT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30400" y="3068092"/>
            <a:ext cx="1511871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FFC7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0218" y="3115345"/>
            <a:ext cx="17894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SQL · 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653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4212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analyzes customer shopping behavior using transactional data to uncover insights into spending patterns, customer segments, product preferences, and subscription behavior.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082031"/>
            <a:ext cx="2290465" cy="1506810"/>
          </a:xfrm>
          <a:prstGeom prst="roundRect">
            <a:avLst>
              <a:gd name="adj" fmla="val 846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071640" y="22285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Size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535064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purchases across various product categories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082031"/>
            <a:ext cx="2290539" cy="1506810"/>
          </a:xfrm>
          <a:prstGeom prst="roundRect">
            <a:avLst>
              <a:gd name="adj" fmla="val 846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03863" y="22285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53506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columns covering demographics, purchase details, and shopping behavior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730600"/>
            <a:ext cx="4722763" cy="826368"/>
          </a:xfrm>
          <a:prstGeom prst="roundRect">
            <a:avLst>
              <a:gd name="adj" fmla="val 1544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71640" y="38771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Goal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418363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 strategic business decisions through data-driven insights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at a Glance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1762869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Structure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029346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rows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transactional purchase records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columns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demographic, purchase, and behavior features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missing values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in Review Rating column only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03" y="2660377"/>
            <a:ext cx="3759622" cy="1217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 span</a:t>
            </a:r>
            <a:endParaRPr lang="en-US" sz="85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(Age, Gender, Location, Subscription Status)</a:t>
            </a:r>
            <a:endParaRPr lang="en-US" sz="85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details (Item Purchased, Category, Purchase Amount, Season, Size, Color) 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shopping behavior (Discount Applied, Previous Purchases, Frequency of Purchases, Review Rating, Shipping Type).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83245"/>
            <a:ext cx="4974878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Preparation in Python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79" y="1194048"/>
            <a:ext cx="2607915" cy="1697608"/>
          </a:xfrm>
          <a:prstGeom prst="roundRect">
            <a:avLst>
              <a:gd name="adj" fmla="val 739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668" y="1412491"/>
            <a:ext cx="69726" cy="69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9763" y="1338337"/>
            <a:ext cx="2112243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Loading &amp; Exploration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39763" y="1856780"/>
            <a:ext cx="2112243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via pandas; used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structure and summary statistics.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67968" y="1194048"/>
            <a:ext cx="2607990" cy="1697608"/>
          </a:xfrm>
          <a:prstGeom prst="roundRect">
            <a:avLst>
              <a:gd name="adj" fmla="val 739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257" y="1412491"/>
            <a:ext cx="69726" cy="697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9351" y="1338337"/>
            <a:ext cx="185186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Missing Data Handling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619351" y="1638746"/>
            <a:ext cx="211231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Checked null values; imputed missing Review Ratings using the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rating per product category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47631" y="1194048"/>
            <a:ext cx="2607915" cy="1697608"/>
          </a:xfrm>
          <a:prstGeom prst="roundRect">
            <a:avLst>
              <a:gd name="adj" fmla="val 739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920" y="1412491"/>
            <a:ext cx="69726" cy="697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9014" y="1338337"/>
            <a:ext cx="202636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Column Standardization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99014" y="1638746"/>
            <a:ext cx="211224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all columns to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snake_case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consistency and readability.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88379" y="3166393"/>
            <a:ext cx="3997747" cy="1493862"/>
          </a:xfrm>
          <a:prstGeom prst="roundRect">
            <a:avLst>
              <a:gd name="adj" fmla="val 840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68" y="3384835"/>
            <a:ext cx="69726" cy="697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9763" y="331068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39763" y="3611091"/>
            <a:ext cx="350207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binning customer ages; derived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purchase data. Verified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were redundant — dropped 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57799" y="3166393"/>
            <a:ext cx="3997747" cy="1493862"/>
          </a:xfrm>
          <a:prstGeom prst="roundRect">
            <a:avLst>
              <a:gd name="adj" fmla="val 840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7780" dir="2700000">
              <a:srgbClr val="e5b2b7">
                <a:alpha val="10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088" y="3384835"/>
            <a:ext cx="69726" cy="697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09183" y="3310682"/>
            <a:ext cx="176763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009183" y="3611091"/>
            <a:ext cx="350207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Python script to MySQL and loaded the cleaned DataFrame into the database for SQL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74675"/>
            <a:ext cx="796305" cy="223317"/>
          </a:xfrm>
          <a:prstGeom prst="roundRect">
            <a:avLst>
              <a:gd name="adj" fmla="val 39994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411882"/>
            <a:ext cx="1104677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41375"/>
            <a:ext cx="484152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&amp; Customer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4132" y="130016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Analyses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4132" y="1602507"/>
            <a:ext cx="2699817" cy="3128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Gender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Compared total revenue generated by male vs. female customers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High-Spending Discount Users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Identified customers who used discounts but still spent above the average purchase amount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Products by Rating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Found products with the highest average review ratings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Type Comparison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Compared average purchase amounts between Standard and Express shipping</a:t>
            </a:r>
            <a:endParaRPr lang="en-US" sz="95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vs. Non-Subscribers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Compared average spend and total revenue across subscription status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278" y="1486123"/>
            <a:ext cx="5273278" cy="2988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511076"/>
            <a:ext cx="896020" cy="260821"/>
          </a:xfrm>
          <a:prstGeom prst="roundRect">
            <a:avLst>
              <a:gd name="adj" fmla="val 38524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552896"/>
            <a:ext cx="118578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826815"/>
            <a:ext cx="615158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Segmentation &amp; Product Behavior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379" y="1468934"/>
            <a:ext cx="418654" cy="4186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8379" y="2059260"/>
            <a:ext cx="259824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8379" y="2359670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Identified 5 products with the highest percentage of discounted purchases.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7968" y="1468934"/>
            <a:ext cx="418654" cy="4186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7968" y="2059260"/>
            <a:ext cx="205405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67968" y="2359670"/>
            <a:ext cx="260799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Classified customers into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New, Returning, and Loyal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segments based on purchase history.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7631" y="1468934"/>
            <a:ext cx="418654" cy="4186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7631" y="2059260"/>
            <a:ext cx="240260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3 Products per Category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7631" y="2359670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Listed the most purchased products within each category.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379" y="3298775"/>
            <a:ext cx="418654" cy="4186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8379" y="3889102"/>
            <a:ext cx="259199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88379" y="4189512"/>
            <a:ext cx="260791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Checked whether customers with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&gt;5 purchases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more likely to subscribe.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7968" y="3298775"/>
            <a:ext cx="418654" cy="4186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67968" y="3889102"/>
            <a:ext cx="189592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267968" y="4189512"/>
            <a:ext cx="260799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Calculated total revenue contribution of each age group.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345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4904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interactive dashboard was built in Power BI to present insights visually, featuring 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Page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Page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stakeholder review.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62138"/>
            <a:ext cx="4004965" cy="1487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2553" y="30290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Analysis Page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3335610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Overview of key metrics, revenue trends, and customer segments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462138"/>
            <a:ext cx="4005039" cy="1487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59351" y="30290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Detail Page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03651" y="3335610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Drill-down views into product categories, demographics, and purchase behavior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443738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Business Recommendations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643" y="896987"/>
            <a:ext cx="8100640" cy="704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293" y="113913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02668" y="102862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02668" y="1270322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643" y="1698575"/>
            <a:ext cx="8100640" cy="7044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0293" y="194071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02668" y="1830214"/>
            <a:ext cx="195188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Customer Loyalty Programs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02668" y="2071911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move them into the "Loyal" segment.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43" y="2500164"/>
            <a:ext cx="8100640" cy="7044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0293" y="27423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02668" y="2631802"/>
            <a:ext cx="162044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102668" y="2873499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643" y="3301752"/>
            <a:ext cx="8100640" cy="7044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293" y="3543895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02668" y="343339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 Positioning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102668" y="3675087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and best-selling products in campaigns.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643" y="4103340"/>
            <a:ext cx="8100640" cy="7044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0293" y="434548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02668" y="423497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02668" y="4476676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efforts on high-revenue age groups and express-shipping users.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5459"/>
            <a:ext cx="4363566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End-to-End Project Pipeline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882551"/>
            <a:ext cx="7947794" cy="3486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06707" y="3467792"/>
            <a:ext cx="1201190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06707" y="3744043"/>
            <a:ext cx="1201190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10 business queries in MySQL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22603" y="3096788"/>
            <a:ext cx="120119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22603" y="3588114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Subscriptions, loyalty, and marketing actions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0817" y="1195890"/>
            <a:ext cx="1201190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0817" y="1472141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Load, clean, feature engineer in Python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41419" y="1195890"/>
            <a:ext cx="1201191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41419" y="1472141"/>
            <a:ext cx="1201191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Analysis and Detail pages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066" y="4474071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workflow from raw transactional data to actionable business insights, leveraging Python for data preparation, MySQL for structured analysis, and Power BI for interactive visualization.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399901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Takeaways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870871" y="963067"/>
            <a:ext cx="4831259" cy="908521"/>
          </a:xfrm>
          <a:prstGeom prst="roundRect">
            <a:avLst>
              <a:gd name="adj" fmla="val 1250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01839" y="109403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3,900 Transactions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1839" y="1358726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Analyzed across 18 features spanning demographics, purchase details, and shopping behavior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870871" y="1984028"/>
            <a:ext cx="4831259" cy="908521"/>
          </a:xfrm>
          <a:prstGeom prst="roundRect">
            <a:avLst>
              <a:gd name="adj" fmla="val 1250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01839" y="211499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10 SQL Queries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01839" y="2379687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analysis covering revenue, segmentation, products, and subscriptions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70871" y="3004989"/>
            <a:ext cx="4831259" cy="717575"/>
          </a:xfrm>
          <a:prstGeom prst="roundRect">
            <a:avLst>
              <a:gd name="adj" fmla="val 15836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01839" y="3135957"/>
            <a:ext cx="169359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01839" y="3400648"/>
            <a:ext cx="45693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BI Analysis and Detail pages for visual stakeholder presentation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70871" y="3835003"/>
            <a:ext cx="4831259" cy="908521"/>
          </a:xfrm>
          <a:prstGeom prst="roundRect">
            <a:avLst>
              <a:gd name="adj" fmla="val 12508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sx="100000" sy="100000" kx="0" ky="0" algn="bl" rotWithShape="0" blurRad="101600" dist="16510" dir="2700000">
              <a:srgbClr val="e5b2b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01839" y="396597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 Recommendations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01839" y="4230663"/>
            <a:ext cx="456932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Actionable strategies for subscriptions, loyalty, discounts, product positioning, and targeted marketing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2026-06-11T17:12:27Z</dcterms:created>
  <dcterms:modified xsi:type="dcterms:W3CDTF">2026-06-11T17:12:27Z</dcterms:modified>
</cp:coreProperties>
</file>